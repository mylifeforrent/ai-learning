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0" r:id="rId4"/>
    <p:sldId id="257" r:id="rId5"/>
    <p:sldId id="258" r:id="rId6"/>
    <p:sldId id="261" r:id="rId7"/>
    <p:sldId id="259" r:id="rId8"/>
    <p:sldId id="269" r:id="rId9"/>
    <p:sldId id="262" r:id="rId10"/>
    <p:sldId id="277" r:id="rId11"/>
    <p:sldId id="265" r:id="rId12"/>
    <p:sldId id="270" r:id="rId13"/>
    <p:sldId id="271" r:id="rId14"/>
    <p:sldId id="272" r:id="rId15"/>
    <p:sldId id="273" r:id="rId16"/>
    <p:sldId id="268" r:id="rId17"/>
    <p:sldId id="267" r:id="rId18"/>
    <p:sldId id="275" r:id="rId19"/>
    <p:sldId id="27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77_#color-2109&amp;708"/>
          <p:cNvSpPr/>
          <p:nvPr userDrawn="1">
            <p:custDataLst>
              <p:tags r:id="rId2"/>
            </p:custDataLst>
          </p:nvPr>
        </p:nvSpPr>
        <p:spPr>
          <a:xfrm>
            <a:off x="1335024" y="0"/>
            <a:ext cx="9518904" cy="6858000"/>
          </a:xfrm>
          <a:custGeom>
            <a:avLst/>
            <a:gdLst/>
            <a:ahLst/>
            <a:cxnLst/>
            <a:rect l="l" t="t" r="r" b="b"/>
            <a:pathLst>
              <a:path w="9518904" h="6858000">
                <a:moveTo>
                  <a:pt x="3337560" y="0"/>
                </a:moveTo>
                <a:lnTo>
                  <a:pt x="3319272" y="0"/>
                </a:lnTo>
                <a:lnTo>
                  <a:pt x="73152" y="3246120"/>
                </a:lnTo>
                <a:cubicBezTo>
                  <a:pt x="-27432" y="3346704"/>
                  <a:pt x="-27432" y="3511296"/>
                  <a:pt x="73152" y="3611880"/>
                </a:cubicBezTo>
                <a:lnTo>
                  <a:pt x="3319272" y="6858000"/>
                </a:lnTo>
                <a:lnTo>
                  <a:pt x="3337560" y="6858000"/>
                </a:lnTo>
                <a:lnTo>
                  <a:pt x="82296" y="3602736"/>
                </a:lnTo>
                <a:cubicBezTo>
                  <a:pt x="-9144" y="3502152"/>
                  <a:pt x="-9144" y="3355848"/>
                  <a:pt x="82296" y="3255264"/>
                </a:cubicBezTo>
                <a:lnTo>
                  <a:pt x="3337560" y="0"/>
                </a:lnTo>
                <a:moveTo>
                  <a:pt x="6181344" y="6858000"/>
                </a:moveTo>
                <a:lnTo>
                  <a:pt x="9436608" y="3602736"/>
                </a:lnTo>
                <a:cubicBezTo>
                  <a:pt x="9537192" y="3502152"/>
                  <a:pt x="9537192" y="3355848"/>
                  <a:pt x="9436608" y="3255264"/>
                </a:cubicBezTo>
                <a:lnTo>
                  <a:pt x="6181344" y="0"/>
                </a:lnTo>
                <a:lnTo>
                  <a:pt x="6199632" y="0"/>
                </a:lnTo>
                <a:lnTo>
                  <a:pt x="9445752" y="3246120"/>
                </a:lnTo>
                <a:cubicBezTo>
                  <a:pt x="9546336" y="3346704"/>
                  <a:pt x="9546336" y="3511296"/>
                  <a:pt x="9445752" y="3611880"/>
                </a:cubicBezTo>
                <a:lnTo>
                  <a:pt x="6199632" y="6858000"/>
                </a:lnTo>
                <a:lnTo>
                  <a:pt x="6181344" y="6858000"/>
                </a:lnTo>
              </a:path>
            </a:pathLst>
          </a:cu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Rectangle 41676_#color-2109&amp;71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2743200" y="0"/>
                </a:moveTo>
                <a:lnTo>
                  <a:pt x="2724912" y="0"/>
                </a:lnTo>
                <a:lnTo>
                  <a:pt x="0" y="2724912"/>
                </a:lnTo>
                <a:lnTo>
                  <a:pt x="0" y="2743200"/>
                </a:lnTo>
                <a:lnTo>
                  <a:pt x="2743200" y="0"/>
                </a:lnTo>
                <a:moveTo>
                  <a:pt x="0" y="4114800"/>
                </a:moveTo>
                <a:lnTo>
                  <a:pt x="0" y="4133088"/>
                </a:lnTo>
                <a:lnTo>
                  <a:pt x="2724912" y="6858000"/>
                </a:lnTo>
                <a:lnTo>
                  <a:pt x="2743200" y="6858000"/>
                </a:lnTo>
                <a:lnTo>
                  <a:pt x="0" y="4114800"/>
                </a:lnTo>
                <a:moveTo>
                  <a:pt x="9445752" y="6858000"/>
                </a:moveTo>
                <a:lnTo>
                  <a:pt x="9464040" y="6858000"/>
                </a:lnTo>
                <a:lnTo>
                  <a:pt x="12188952" y="4123944"/>
                </a:lnTo>
                <a:lnTo>
                  <a:pt x="12188952" y="4105656"/>
                </a:lnTo>
                <a:lnTo>
                  <a:pt x="9445752" y="6858000"/>
                </a:lnTo>
                <a:moveTo>
                  <a:pt x="12188952" y="2752344"/>
                </a:moveTo>
                <a:lnTo>
                  <a:pt x="9445752" y="0"/>
                </a:lnTo>
                <a:lnTo>
                  <a:pt x="9464040" y="0"/>
                </a:lnTo>
                <a:lnTo>
                  <a:pt x="12188952" y="2734056"/>
                </a:lnTo>
                <a:lnTo>
                  <a:pt x="12188952" y="2752344"/>
                </a:lnTo>
              </a:path>
            </a:pathLst>
          </a:custGeom>
          <a:solidFill>
            <a:schemeClr val="tx2">
              <a:lumMod val="25000"/>
              <a:lumOff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Rectangle 1_#color-2109&amp;714"/>
          <p:cNvSpPr/>
          <p:nvPr userDrawn="1">
            <p:custDataLst>
              <p:tags r:id="rId4"/>
            </p:custDataLst>
          </p:nvPr>
        </p:nvSpPr>
        <p:spPr>
          <a:xfrm>
            <a:off x="3593592" y="6144768"/>
            <a:ext cx="5266944" cy="713232"/>
          </a:xfrm>
          <a:custGeom>
            <a:avLst/>
            <a:gdLst/>
            <a:ahLst/>
            <a:cxnLst/>
            <a:rect l="l" t="t" r="r" b="b"/>
            <a:pathLst>
              <a:path w="5266944" h="713232">
                <a:moveTo>
                  <a:pt x="5266944" y="713232"/>
                </a:moveTo>
                <a:lnTo>
                  <a:pt x="0" y="713232"/>
                </a:lnTo>
                <a:lnTo>
                  <a:pt x="2423160" y="18288"/>
                </a:lnTo>
                <a:cubicBezTo>
                  <a:pt x="2496312" y="0"/>
                  <a:pt x="2560320" y="-9144"/>
                  <a:pt x="2633472" y="9144"/>
                </a:cubicBezTo>
                <a:lnTo>
                  <a:pt x="5266944" y="713232"/>
                </a:ln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41672_#color-2109&amp;717"/>
          <p:cNvSpPr/>
          <p:nvPr userDrawn="1">
            <p:custDataLst>
              <p:tags r:id="rId5"/>
            </p:custDataLst>
          </p:nvPr>
        </p:nvSpPr>
        <p:spPr>
          <a:xfrm>
            <a:off x="5129784" y="0"/>
            <a:ext cx="1993392" cy="521208"/>
          </a:xfrm>
          <a:custGeom>
            <a:avLst/>
            <a:gdLst/>
            <a:ahLst/>
            <a:cxnLst/>
            <a:rect l="l" t="t" r="r" b="b"/>
            <a:pathLst>
              <a:path w="1993392" h="521208">
                <a:moveTo>
                  <a:pt x="1993392" y="0"/>
                </a:moveTo>
                <a:lnTo>
                  <a:pt x="1060704" y="512064"/>
                </a:lnTo>
                <a:cubicBezTo>
                  <a:pt x="1024128" y="530352"/>
                  <a:pt x="978408" y="530352"/>
                  <a:pt x="941832" y="512064"/>
                </a:cubicBezTo>
                <a:lnTo>
                  <a:pt x="0" y="0"/>
                </a:lnTo>
                <a:lnTo>
                  <a:pt x="1993392" y="0"/>
                </a:ln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41674_#color-2109&amp;720"/>
          <p:cNvSpPr/>
          <p:nvPr userDrawn="1">
            <p:custDataLst>
              <p:tags r:id="rId6"/>
            </p:custDataLst>
          </p:nvPr>
        </p:nvSpPr>
        <p:spPr>
          <a:xfrm>
            <a:off x="9326880" y="4882896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18288" y="329184"/>
                </a:moveTo>
                <a:cubicBezTo>
                  <a:pt x="-9144" y="310896"/>
                  <a:pt x="-9144" y="283464"/>
                  <a:pt x="18288" y="256032"/>
                </a:cubicBezTo>
                <a:lnTo>
                  <a:pt x="256032" y="18288"/>
                </a:lnTo>
                <a:cubicBezTo>
                  <a:pt x="283464" y="-9144"/>
                  <a:pt x="310896" y="-9144"/>
                  <a:pt x="329184" y="18288"/>
                </a:cubicBezTo>
                <a:lnTo>
                  <a:pt x="576072" y="256032"/>
                </a:lnTo>
                <a:cubicBezTo>
                  <a:pt x="594360" y="283464"/>
                  <a:pt x="594360" y="310896"/>
                  <a:pt x="576072" y="329184"/>
                </a:cubicBezTo>
                <a:lnTo>
                  <a:pt x="329184" y="576072"/>
                </a:lnTo>
                <a:cubicBezTo>
                  <a:pt x="310896" y="594360"/>
                  <a:pt x="283464" y="594360"/>
                  <a:pt x="256032" y="576072"/>
                </a:cubicBezTo>
                <a:lnTo>
                  <a:pt x="18288" y="329184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41673_#color-2109&amp;723"/>
          <p:cNvSpPr/>
          <p:nvPr userDrawn="1">
            <p:custDataLst>
              <p:tags r:id="rId7"/>
            </p:custDataLst>
          </p:nvPr>
        </p:nvSpPr>
        <p:spPr>
          <a:xfrm>
            <a:off x="2176272" y="1545336"/>
            <a:ext cx="868680" cy="868680"/>
          </a:xfrm>
          <a:custGeom>
            <a:avLst/>
            <a:gdLst/>
            <a:ahLst/>
            <a:cxnLst/>
            <a:rect l="l" t="t" r="r" b="b"/>
            <a:pathLst>
              <a:path w="868680" h="868680">
                <a:moveTo>
                  <a:pt x="18288" y="475488"/>
                </a:moveTo>
                <a:cubicBezTo>
                  <a:pt x="-9144" y="448056"/>
                  <a:pt x="-9144" y="420624"/>
                  <a:pt x="18288" y="402336"/>
                </a:cubicBezTo>
                <a:lnTo>
                  <a:pt x="402336" y="18288"/>
                </a:lnTo>
                <a:cubicBezTo>
                  <a:pt x="420624" y="-9144"/>
                  <a:pt x="448056" y="-9144"/>
                  <a:pt x="475488" y="18288"/>
                </a:cubicBezTo>
                <a:lnTo>
                  <a:pt x="859536" y="402336"/>
                </a:lnTo>
                <a:cubicBezTo>
                  <a:pt x="877824" y="420624"/>
                  <a:pt x="877824" y="448056"/>
                  <a:pt x="859536" y="475488"/>
                </a:cubicBezTo>
                <a:lnTo>
                  <a:pt x="475488" y="859536"/>
                </a:lnTo>
                <a:cubicBezTo>
                  <a:pt x="448056" y="877824"/>
                  <a:pt x="420624" y="877824"/>
                  <a:pt x="402336" y="859536"/>
                </a:cubicBezTo>
                <a:lnTo>
                  <a:pt x="18288" y="475488"/>
                </a:ln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838200" y="2197848"/>
            <a:ext cx="10515600" cy="1847625"/>
          </a:xfrm>
        </p:spPr>
        <p:txBody>
          <a:bodyPr wrap="square" anchor="b" anchorCtr="0">
            <a:normAutofit/>
          </a:bodyPr>
          <a:lstStyle>
            <a:lvl1pPr algn="ctr">
              <a:lnSpc>
                <a:spcPct val="100000"/>
              </a:lnSpc>
              <a:defRPr sz="70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35152" y="4302506"/>
            <a:ext cx="10515600" cy="530987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675_#color-2109&amp;726"/>
          <p:cNvSpPr/>
          <p:nvPr userDrawn="1">
            <p:custDataLst>
              <p:tags r:id="rId2"/>
            </p:custDataLst>
          </p:nvPr>
        </p:nvSpPr>
        <p:spPr>
          <a:xfrm>
            <a:off x="1335024" y="0"/>
            <a:ext cx="9518904" cy="6858000"/>
          </a:xfrm>
          <a:custGeom>
            <a:avLst/>
            <a:gdLst/>
            <a:ahLst/>
            <a:cxnLst/>
            <a:rect l="l" t="t" r="r" b="b"/>
            <a:pathLst>
              <a:path w="9518904" h="6858000">
                <a:moveTo>
                  <a:pt x="3337560" y="0"/>
                </a:moveTo>
                <a:lnTo>
                  <a:pt x="3319272" y="0"/>
                </a:lnTo>
                <a:lnTo>
                  <a:pt x="73152" y="3246120"/>
                </a:lnTo>
                <a:cubicBezTo>
                  <a:pt x="-27432" y="3346704"/>
                  <a:pt x="-27432" y="3511296"/>
                  <a:pt x="73152" y="3611880"/>
                </a:cubicBezTo>
                <a:lnTo>
                  <a:pt x="3319272" y="6858000"/>
                </a:lnTo>
                <a:lnTo>
                  <a:pt x="3337560" y="6858000"/>
                </a:lnTo>
                <a:lnTo>
                  <a:pt x="82296" y="3602736"/>
                </a:lnTo>
                <a:cubicBezTo>
                  <a:pt x="-9144" y="3502152"/>
                  <a:pt x="-9144" y="3355848"/>
                  <a:pt x="82296" y="3255264"/>
                </a:cubicBezTo>
                <a:lnTo>
                  <a:pt x="3337560" y="0"/>
                </a:lnTo>
                <a:moveTo>
                  <a:pt x="6181344" y="6858000"/>
                </a:moveTo>
                <a:lnTo>
                  <a:pt x="9436608" y="3602736"/>
                </a:lnTo>
                <a:cubicBezTo>
                  <a:pt x="9537192" y="3502152"/>
                  <a:pt x="9537192" y="3355848"/>
                  <a:pt x="9436608" y="3255264"/>
                </a:cubicBezTo>
                <a:lnTo>
                  <a:pt x="6181344" y="0"/>
                </a:lnTo>
                <a:lnTo>
                  <a:pt x="6199632" y="0"/>
                </a:lnTo>
                <a:lnTo>
                  <a:pt x="9445752" y="3246120"/>
                </a:lnTo>
                <a:cubicBezTo>
                  <a:pt x="9546336" y="3346704"/>
                  <a:pt x="9546336" y="3511296"/>
                  <a:pt x="9445752" y="3611880"/>
                </a:cubicBezTo>
                <a:lnTo>
                  <a:pt x="6199632" y="6858000"/>
                </a:lnTo>
                <a:lnTo>
                  <a:pt x="6181344" y="6858000"/>
                </a:lnTo>
              </a:path>
            </a:pathLst>
          </a:cu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" name="#项图片_#color-2109&amp;741"/>
          <p:cNvSpPr/>
          <p:nvPr userDrawn="1">
            <p:custDataLst>
              <p:tags r:id="rId3"/>
            </p:custDataLst>
          </p:nvPr>
        </p:nvSpPr>
        <p:spPr>
          <a:xfrm>
            <a:off x="2980944" y="1188720"/>
            <a:ext cx="1325880" cy="1325880"/>
          </a:xfrm>
          <a:custGeom>
            <a:avLst/>
            <a:gdLst/>
            <a:ahLst/>
            <a:cxnLst/>
            <a:rect l="l" t="t" r="r" b="b"/>
            <a:pathLst>
              <a:path w="1325880" h="1325880">
                <a:moveTo>
                  <a:pt x="36576" y="749808"/>
                </a:moveTo>
                <a:cubicBezTo>
                  <a:pt x="-9144" y="704088"/>
                  <a:pt x="-9144" y="621792"/>
                  <a:pt x="36576" y="576072"/>
                </a:cubicBezTo>
                <a:lnTo>
                  <a:pt x="576072" y="36576"/>
                </a:lnTo>
                <a:cubicBezTo>
                  <a:pt x="621792" y="-9144"/>
                  <a:pt x="704088" y="-9144"/>
                  <a:pt x="749808" y="36576"/>
                </a:cubicBezTo>
                <a:lnTo>
                  <a:pt x="1289304" y="576072"/>
                </a:lnTo>
                <a:cubicBezTo>
                  <a:pt x="1335024" y="621792"/>
                  <a:pt x="1335024" y="704088"/>
                  <a:pt x="1289304" y="749808"/>
                </a:cubicBezTo>
                <a:lnTo>
                  <a:pt x="749808" y="1289304"/>
                </a:lnTo>
                <a:cubicBezTo>
                  <a:pt x="704088" y="1335024"/>
                  <a:pt x="621792" y="1335024"/>
                  <a:pt x="576072" y="1289304"/>
                </a:cubicBezTo>
                <a:lnTo>
                  <a:pt x="36576" y="749808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#项图片_#color-2109&amp;744"/>
          <p:cNvSpPr/>
          <p:nvPr userDrawn="1">
            <p:custDataLst>
              <p:tags r:id="rId4"/>
            </p:custDataLst>
          </p:nvPr>
        </p:nvSpPr>
        <p:spPr>
          <a:xfrm>
            <a:off x="1563624" y="3227832"/>
            <a:ext cx="2569464" cy="2569464"/>
          </a:xfrm>
          <a:custGeom>
            <a:avLst/>
            <a:gdLst/>
            <a:ahLst/>
            <a:cxnLst/>
            <a:rect l="l" t="t" r="r" b="b"/>
            <a:pathLst>
              <a:path w="2569464" h="2569464">
                <a:moveTo>
                  <a:pt x="36576" y="1371600"/>
                </a:moveTo>
                <a:cubicBezTo>
                  <a:pt x="-9144" y="1325880"/>
                  <a:pt x="-9144" y="1243584"/>
                  <a:pt x="36576" y="1197864"/>
                </a:cubicBezTo>
                <a:lnTo>
                  <a:pt x="1197864" y="36576"/>
                </a:lnTo>
                <a:cubicBezTo>
                  <a:pt x="1243584" y="-9144"/>
                  <a:pt x="1325880" y="-9144"/>
                  <a:pt x="1371600" y="36576"/>
                </a:cubicBezTo>
                <a:lnTo>
                  <a:pt x="2532888" y="1197864"/>
                </a:lnTo>
                <a:cubicBezTo>
                  <a:pt x="2578608" y="1243584"/>
                  <a:pt x="2578608" y="1325880"/>
                  <a:pt x="2532888" y="1371600"/>
                </a:cubicBezTo>
                <a:lnTo>
                  <a:pt x="1371600" y="2532888"/>
                </a:lnTo>
                <a:cubicBezTo>
                  <a:pt x="1325880" y="2578608"/>
                  <a:pt x="1243584" y="2578608"/>
                  <a:pt x="1197864" y="2532888"/>
                </a:cubicBezTo>
                <a:lnTo>
                  <a:pt x="36576" y="137160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#项图片_#color-2109&amp;747"/>
          <p:cNvSpPr/>
          <p:nvPr userDrawn="1">
            <p:custDataLst>
              <p:tags r:id="rId5"/>
            </p:custDataLst>
          </p:nvPr>
        </p:nvSpPr>
        <p:spPr>
          <a:xfrm>
            <a:off x="1051560" y="2862072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8288" y="603504"/>
                </a:moveTo>
                <a:cubicBezTo>
                  <a:pt x="-9144" y="585216"/>
                  <a:pt x="-9144" y="557784"/>
                  <a:pt x="18288" y="530352"/>
                </a:cubicBezTo>
                <a:lnTo>
                  <a:pt x="530352" y="18288"/>
                </a:lnTo>
                <a:cubicBezTo>
                  <a:pt x="557784" y="-9144"/>
                  <a:pt x="585216" y="-9144"/>
                  <a:pt x="603504" y="18288"/>
                </a:cubicBezTo>
                <a:lnTo>
                  <a:pt x="1124712" y="530352"/>
                </a:lnTo>
                <a:cubicBezTo>
                  <a:pt x="1143000" y="557784"/>
                  <a:pt x="1143000" y="585216"/>
                  <a:pt x="1124712" y="603504"/>
                </a:cubicBezTo>
                <a:lnTo>
                  <a:pt x="603504" y="1124712"/>
                </a:lnTo>
                <a:cubicBezTo>
                  <a:pt x="585216" y="1143000"/>
                  <a:pt x="557784" y="1143000"/>
                  <a:pt x="530352" y="1124712"/>
                </a:cubicBezTo>
                <a:lnTo>
                  <a:pt x="18288" y="603504"/>
                </a:lnTo>
              </a:path>
            </a:pathLst>
          </a:custGeom>
          <a:solidFill>
            <a:schemeClr val="accent1">
              <a:alpha val="3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#项图片_#color-2109&amp;750"/>
          <p:cNvSpPr/>
          <p:nvPr userDrawn="1">
            <p:custDataLst>
              <p:tags r:id="rId6"/>
            </p:custDataLst>
          </p:nvPr>
        </p:nvSpPr>
        <p:spPr>
          <a:xfrm>
            <a:off x="1618488" y="2194560"/>
            <a:ext cx="2459736" cy="2459736"/>
          </a:xfrm>
          <a:custGeom>
            <a:avLst/>
            <a:gdLst/>
            <a:ahLst/>
            <a:cxnLst/>
            <a:rect l="l" t="t" r="r" b="b"/>
            <a:pathLst>
              <a:path w="2459736" h="2459736">
                <a:moveTo>
                  <a:pt x="36576" y="1316736"/>
                </a:moveTo>
                <a:cubicBezTo>
                  <a:pt x="-9144" y="1271016"/>
                  <a:pt x="-9144" y="1188720"/>
                  <a:pt x="36576" y="1143000"/>
                </a:cubicBezTo>
                <a:lnTo>
                  <a:pt x="1143000" y="36576"/>
                </a:lnTo>
                <a:cubicBezTo>
                  <a:pt x="1188720" y="-9144"/>
                  <a:pt x="1271016" y="-9144"/>
                  <a:pt x="1316736" y="36576"/>
                </a:cubicBezTo>
                <a:lnTo>
                  <a:pt x="2423160" y="1143000"/>
                </a:lnTo>
                <a:cubicBezTo>
                  <a:pt x="2468880" y="1188720"/>
                  <a:pt x="2468880" y="1271016"/>
                  <a:pt x="2423160" y="1316736"/>
                </a:cubicBezTo>
                <a:lnTo>
                  <a:pt x="1316736" y="2423160"/>
                </a:lnTo>
                <a:cubicBezTo>
                  <a:pt x="1271016" y="2468880"/>
                  <a:pt x="1188720" y="2468880"/>
                  <a:pt x="1143000" y="2423160"/>
                </a:cubicBezTo>
                <a:lnTo>
                  <a:pt x="36576" y="1316736"/>
                </a:ln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618488" y="2167128"/>
            <a:ext cx="2459736" cy="2505456"/>
          </a:xfrm>
        </p:spPr>
        <p:txBody>
          <a:bodyPr wrap="square" anchor="ctr">
            <a:normAutofit/>
          </a:bodyPr>
          <a:lstStyle>
            <a:lvl1pPr algn="ctr">
              <a:defRPr sz="36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75_#color-2109&amp;753"/>
          <p:cNvSpPr/>
          <p:nvPr userDrawn="1">
            <p:custDataLst>
              <p:tags r:id="rId2"/>
            </p:custDataLst>
          </p:nvPr>
        </p:nvSpPr>
        <p:spPr>
          <a:xfrm>
            <a:off x="1335024" y="0"/>
            <a:ext cx="9518904" cy="6858000"/>
          </a:xfrm>
          <a:custGeom>
            <a:avLst/>
            <a:gdLst/>
            <a:ahLst/>
            <a:cxnLst/>
            <a:rect l="l" t="t" r="r" b="b"/>
            <a:pathLst>
              <a:path w="9518904" h="6858000">
                <a:moveTo>
                  <a:pt x="3337560" y="0"/>
                </a:moveTo>
                <a:lnTo>
                  <a:pt x="3319272" y="0"/>
                </a:lnTo>
                <a:lnTo>
                  <a:pt x="73152" y="3246120"/>
                </a:lnTo>
                <a:cubicBezTo>
                  <a:pt x="-27432" y="3346704"/>
                  <a:pt x="-27432" y="3511296"/>
                  <a:pt x="73152" y="3611880"/>
                </a:cubicBezTo>
                <a:lnTo>
                  <a:pt x="3319272" y="6858000"/>
                </a:lnTo>
                <a:lnTo>
                  <a:pt x="3337560" y="6858000"/>
                </a:lnTo>
                <a:lnTo>
                  <a:pt x="82296" y="3602736"/>
                </a:lnTo>
                <a:cubicBezTo>
                  <a:pt x="-9144" y="3502152"/>
                  <a:pt x="-9144" y="3355848"/>
                  <a:pt x="82296" y="3255264"/>
                </a:cubicBezTo>
                <a:lnTo>
                  <a:pt x="3337560" y="0"/>
                </a:lnTo>
                <a:moveTo>
                  <a:pt x="6181344" y="6858000"/>
                </a:moveTo>
                <a:lnTo>
                  <a:pt x="9436608" y="3602736"/>
                </a:lnTo>
                <a:cubicBezTo>
                  <a:pt x="9537192" y="3502152"/>
                  <a:pt x="9537192" y="3355848"/>
                  <a:pt x="9436608" y="3255264"/>
                </a:cubicBezTo>
                <a:lnTo>
                  <a:pt x="6181344" y="0"/>
                </a:lnTo>
                <a:lnTo>
                  <a:pt x="6199632" y="0"/>
                </a:lnTo>
                <a:lnTo>
                  <a:pt x="9445752" y="3246120"/>
                </a:lnTo>
                <a:cubicBezTo>
                  <a:pt x="9546336" y="3346704"/>
                  <a:pt x="9546336" y="3511296"/>
                  <a:pt x="9445752" y="3611880"/>
                </a:cubicBezTo>
                <a:lnTo>
                  <a:pt x="6199632" y="6858000"/>
                </a:lnTo>
                <a:lnTo>
                  <a:pt x="6181344" y="6858000"/>
                </a:lnTo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Rectangle 41676_#color-2109&amp;75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2743200" y="0"/>
                </a:moveTo>
                <a:lnTo>
                  <a:pt x="2724912" y="0"/>
                </a:lnTo>
                <a:lnTo>
                  <a:pt x="0" y="2724912"/>
                </a:lnTo>
                <a:lnTo>
                  <a:pt x="0" y="2743200"/>
                </a:lnTo>
                <a:lnTo>
                  <a:pt x="2743200" y="0"/>
                </a:lnTo>
                <a:moveTo>
                  <a:pt x="0" y="4114800"/>
                </a:moveTo>
                <a:lnTo>
                  <a:pt x="0" y="4133088"/>
                </a:lnTo>
                <a:lnTo>
                  <a:pt x="2724912" y="6858000"/>
                </a:lnTo>
                <a:lnTo>
                  <a:pt x="2743200" y="6858000"/>
                </a:lnTo>
                <a:lnTo>
                  <a:pt x="0" y="4114800"/>
                </a:lnTo>
                <a:moveTo>
                  <a:pt x="9445752" y="6858000"/>
                </a:moveTo>
                <a:lnTo>
                  <a:pt x="9464040" y="6858000"/>
                </a:lnTo>
                <a:lnTo>
                  <a:pt x="12188952" y="4123944"/>
                </a:lnTo>
                <a:lnTo>
                  <a:pt x="12188952" y="4105656"/>
                </a:lnTo>
                <a:lnTo>
                  <a:pt x="9445752" y="6858000"/>
                </a:lnTo>
                <a:moveTo>
                  <a:pt x="12188952" y="2752344"/>
                </a:moveTo>
                <a:lnTo>
                  <a:pt x="9445752" y="0"/>
                </a:lnTo>
                <a:lnTo>
                  <a:pt x="9464040" y="0"/>
                </a:lnTo>
                <a:lnTo>
                  <a:pt x="12188952" y="2734056"/>
                </a:lnTo>
                <a:lnTo>
                  <a:pt x="12188952" y="2752344"/>
                </a:lnTo>
              </a:path>
            </a:pathLst>
          </a:cu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图片_#color-2109&amp;759"/>
          <p:cNvSpPr/>
          <p:nvPr userDrawn="1">
            <p:custDataLst>
              <p:tags r:id="rId4"/>
            </p:custDataLst>
          </p:nvPr>
        </p:nvSpPr>
        <p:spPr>
          <a:xfrm>
            <a:off x="5294376" y="1618488"/>
            <a:ext cx="1600200" cy="1600200"/>
          </a:xfrm>
          <a:custGeom>
            <a:avLst/>
            <a:gdLst/>
            <a:ahLst/>
            <a:cxnLst/>
            <a:rect l="l" t="t" r="r" b="b"/>
            <a:pathLst>
              <a:path w="1600200" h="1600200">
                <a:moveTo>
                  <a:pt x="36576" y="886968"/>
                </a:moveTo>
                <a:cubicBezTo>
                  <a:pt x="-9144" y="841248"/>
                  <a:pt x="-9144" y="758952"/>
                  <a:pt x="36576" y="704088"/>
                </a:cubicBezTo>
                <a:lnTo>
                  <a:pt x="704088" y="36576"/>
                </a:lnTo>
                <a:cubicBezTo>
                  <a:pt x="758952" y="-9144"/>
                  <a:pt x="841248" y="-9144"/>
                  <a:pt x="886968" y="36576"/>
                </a:cubicBezTo>
                <a:lnTo>
                  <a:pt x="1563624" y="704088"/>
                </a:lnTo>
                <a:cubicBezTo>
                  <a:pt x="1609344" y="758952"/>
                  <a:pt x="1609344" y="841248"/>
                  <a:pt x="1563624" y="886968"/>
                </a:cubicBezTo>
                <a:lnTo>
                  <a:pt x="886968" y="1563624"/>
                </a:lnTo>
                <a:cubicBezTo>
                  <a:pt x="841248" y="1609344"/>
                  <a:pt x="758952" y="1609344"/>
                  <a:pt x="704088" y="1563624"/>
                </a:cubicBezTo>
                <a:lnTo>
                  <a:pt x="36576" y="886968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Rectangle 41678_#color-2109&amp;762"/>
          <p:cNvSpPr/>
          <p:nvPr userDrawn="1">
            <p:custDataLst>
              <p:tags r:id="rId5"/>
            </p:custDataLst>
          </p:nvPr>
        </p:nvSpPr>
        <p:spPr>
          <a:xfrm>
            <a:off x="4855464" y="176479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288" y="265176"/>
                </a:moveTo>
                <a:cubicBezTo>
                  <a:pt x="-9144" y="246888"/>
                  <a:pt x="-9144" y="210312"/>
                  <a:pt x="18288" y="192024"/>
                </a:cubicBezTo>
                <a:lnTo>
                  <a:pt x="192024" y="18288"/>
                </a:lnTo>
                <a:cubicBezTo>
                  <a:pt x="210312" y="-9144"/>
                  <a:pt x="246888" y="-9144"/>
                  <a:pt x="265176" y="18288"/>
                </a:cubicBezTo>
                <a:lnTo>
                  <a:pt x="448056" y="192024"/>
                </a:lnTo>
                <a:cubicBezTo>
                  <a:pt x="466344" y="210312"/>
                  <a:pt x="466344" y="246888"/>
                  <a:pt x="448056" y="265176"/>
                </a:cubicBezTo>
                <a:lnTo>
                  <a:pt x="265176" y="448056"/>
                </a:lnTo>
                <a:cubicBezTo>
                  <a:pt x="246888" y="466344"/>
                  <a:pt x="210312" y="466344"/>
                  <a:pt x="192024" y="448056"/>
                </a:cubicBezTo>
                <a:lnTo>
                  <a:pt x="18288" y="265176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2" name="Rectangle 41679_#color-2109&amp;765"/>
          <p:cNvSpPr/>
          <p:nvPr userDrawn="1">
            <p:custDataLst>
              <p:tags r:id="rId6"/>
            </p:custDataLst>
          </p:nvPr>
        </p:nvSpPr>
        <p:spPr>
          <a:xfrm>
            <a:off x="6922008" y="27157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144" y="137160"/>
                </a:moveTo>
                <a:cubicBezTo>
                  <a:pt x="0" y="118872"/>
                  <a:pt x="0" y="109728"/>
                  <a:pt x="9144" y="100584"/>
                </a:cubicBezTo>
                <a:lnTo>
                  <a:pt x="100584" y="9144"/>
                </a:lnTo>
                <a:cubicBezTo>
                  <a:pt x="109728" y="0"/>
                  <a:pt x="118872" y="0"/>
                  <a:pt x="137160" y="9144"/>
                </a:cubicBezTo>
                <a:lnTo>
                  <a:pt x="219456" y="100584"/>
                </a:lnTo>
                <a:cubicBezTo>
                  <a:pt x="228600" y="109728"/>
                  <a:pt x="228600" y="118872"/>
                  <a:pt x="219456" y="137160"/>
                </a:cubicBezTo>
                <a:lnTo>
                  <a:pt x="137160" y="219456"/>
                </a:lnTo>
                <a:cubicBezTo>
                  <a:pt x="118872" y="228600"/>
                  <a:pt x="109728" y="228600"/>
                  <a:pt x="100584" y="219456"/>
                </a:cubicBezTo>
                <a:lnTo>
                  <a:pt x="9144" y="13716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526400" y="3702812"/>
            <a:ext cx="9144000" cy="2442717"/>
          </a:xfrm>
        </p:spPr>
        <p:txBody>
          <a:bodyPr wrap="square" anchor="t">
            <a:normAutofit/>
          </a:bodyPr>
          <a:lstStyle>
            <a:lvl1pPr algn="ctr">
              <a:defRPr sz="4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5269993" y="1554988"/>
            <a:ext cx="1652016" cy="1600200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5300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anchor="b">
            <a:normAutofit/>
          </a:bodyPr>
          <a:lstStyle>
            <a:lvl1pPr algn="l">
              <a:defRPr sz="36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75_#color-2109&amp;777"/>
          <p:cNvSpPr/>
          <p:nvPr userDrawn="1">
            <p:custDataLst>
              <p:tags r:id="rId2"/>
            </p:custDataLst>
          </p:nvPr>
        </p:nvSpPr>
        <p:spPr>
          <a:xfrm>
            <a:off x="1335024" y="0"/>
            <a:ext cx="9518904" cy="6858000"/>
          </a:xfrm>
          <a:custGeom>
            <a:avLst/>
            <a:gdLst/>
            <a:ahLst/>
            <a:cxnLst/>
            <a:rect l="l" t="t" r="r" b="b"/>
            <a:pathLst>
              <a:path w="9518904" h="6858000">
                <a:moveTo>
                  <a:pt x="3337560" y="0"/>
                </a:moveTo>
                <a:lnTo>
                  <a:pt x="3319272" y="0"/>
                </a:lnTo>
                <a:lnTo>
                  <a:pt x="73152" y="3246120"/>
                </a:lnTo>
                <a:cubicBezTo>
                  <a:pt x="-27432" y="3346704"/>
                  <a:pt x="-27432" y="3511296"/>
                  <a:pt x="73152" y="3611880"/>
                </a:cubicBezTo>
                <a:lnTo>
                  <a:pt x="3319272" y="6858000"/>
                </a:lnTo>
                <a:lnTo>
                  <a:pt x="3337560" y="6858000"/>
                </a:lnTo>
                <a:lnTo>
                  <a:pt x="82296" y="3602736"/>
                </a:lnTo>
                <a:cubicBezTo>
                  <a:pt x="-9144" y="3502152"/>
                  <a:pt x="-9144" y="3355848"/>
                  <a:pt x="82296" y="3255264"/>
                </a:cubicBezTo>
                <a:lnTo>
                  <a:pt x="3337560" y="0"/>
                </a:lnTo>
                <a:moveTo>
                  <a:pt x="6181344" y="6858000"/>
                </a:moveTo>
                <a:lnTo>
                  <a:pt x="9436608" y="3602736"/>
                </a:lnTo>
                <a:cubicBezTo>
                  <a:pt x="9537192" y="3502152"/>
                  <a:pt x="9537192" y="3355848"/>
                  <a:pt x="9436608" y="3255264"/>
                </a:cubicBezTo>
                <a:lnTo>
                  <a:pt x="6181344" y="0"/>
                </a:lnTo>
                <a:lnTo>
                  <a:pt x="6199632" y="0"/>
                </a:lnTo>
                <a:lnTo>
                  <a:pt x="9445752" y="3246120"/>
                </a:lnTo>
                <a:cubicBezTo>
                  <a:pt x="9546336" y="3346704"/>
                  <a:pt x="9546336" y="3511296"/>
                  <a:pt x="9445752" y="3611880"/>
                </a:cubicBezTo>
                <a:lnTo>
                  <a:pt x="6199632" y="6858000"/>
                </a:lnTo>
                <a:lnTo>
                  <a:pt x="6181344" y="6858000"/>
                </a:lnTo>
              </a:path>
            </a:pathLst>
          </a:custGeom>
          <a:solidFill>
            <a:schemeClr val="tx2">
              <a:lumMod val="25000"/>
              <a:lumOff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Rectangle 41676_#color-2109&amp;780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2743200" y="0"/>
                </a:moveTo>
                <a:lnTo>
                  <a:pt x="2724912" y="0"/>
                </a:lnTo>
                <a:lnTo>
                  <a:pt x="0" y="2724912"/>
                </a:lnTo>
                <a:lnTo>
                  <a:pt x="0" y="2743200"/>
                </a:lnTo>
                <a:lnTo>
                  <a:pt x="2743200" y="0"/>
                </a:lnTo>
                <a:moveTo>
                  <a:pt x="0" y="4114800"/>
                </a:moveTo>
                <a:lnTo>
                  <a:pt x="0" y="4133088"/>
                </a:lnTo>
                <a:lnTo>
                  <a:pt x="2724912" y="6858000"/>
                </a:lnTo>
                <a:lnTo>
                  <a:pt x="2743200" y="6858000"/>
                </a:lnTo>
                <a:lnTo>
                  <a:pt x="0" y="4114800"/>
                </a:lnTo>
                <a:moveTo>
                  <a:pt x="9445752" y="6858000"/>
                </a:moveTo>
                <a:lnTo>
                  <a:pt x="9464040" y="6858000"/>
                </a:lnTo>
                <a:lnTo>
                  <a:pt x="12188952" y="4123944"/>
                </a:lnTo>
                <a:lnTo>
                  <a:pt x="12188952" y="4105656"/>
                </a:lnTo>
                <a:lnTo>
                  <a:pt x="9445752" y="6858000"/>
                </a:lnTo>
                <a:moveTo>
                  <a:pt x="12188952" y="2752344"/>
                </a:moveTo>
                <a:lnTo>
                  <a:pt x="9445752" y="0"/>
                </a:lnTo>
                <a:lnTo>
                  <a:pt x="9464040" y="0"/>
                </a:lnTo>
                <a:lnTo>
                  <a:pt x="12188952" y="2734056"/>
                </a:lnTo>
                <a:lnTo>
                  <a:pt x="12188952" y="2752344"/>
                </a:lnTo>
              </a:path>
            </a:pathLst>
          </a:custGeom>
          <a:solidFill>
            <a:schemeClr val="tx2">
              <a:lumMod val="25000"/>
              <a:lumOff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Rectangle 1_#color-2109&amp;783"/>
          <p:cNvSpPr/>
          <p:nvPr userDrawn="1">
            <p:custDataLst>
              <p:tags r:id="rId4"/>
            </p:custDataLst>
          </p:nvPr>
        </p:nvSpPr>
        <p:spPr>
          <a:xfrm>
            <a:off x="3593592" y="6144768"/>
            <a:ext cx="5266944" cy="713232"/>
          </a:xfrm>
          <a:custGeom>
            <a:avLst/>
            <a:gdLst/>
            <a:ahLst/>
            <a:cxnLst/>
            <a:rect l="l" t="t" r="r" b="b"/>
            <a:pathLst>
              <a:path w="5266944" h="713232">
                <a:moveTo>
                  <a:pt x="5266944" y="713232"/>
                </a:moveTo>
                <a:lnTo>
                  <a:pt x="0" y="713232"/>
                </a:lnTo>
                <a:lnTo>
                  <a:pt x="2459736" y="9144"/>
                </a:lnTo>
                <a:cubicBezTo>
                  <a:pt x="2505456" y="0"/>
                  <a:pt x="2551176" y="0"/>
                  <a:pt x="2596896" y="9144"/>
                </a:cubicBezTo>
                <a:lnTo>
                  <a:pt x="5266944" y="713232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Rectangle 41672_#color-2109&amp;786"/>
          <p:cNvSpPr/>
          <p:nvPr userDrawn="1">
            <p:custDataLst>
              <p:tags r:id="rId5"/>
            </p:custDataLst>
          </p:nvPr>
        </p:nvSpPr>
        <p:spPr>
          <a:xfrm>
            <a:off x="5129784" y="0"/>
            <a:ext cx="1993392" cy="521208"/>
          </a:xfrm>
          <a:custGeom>
            <a:avLst/>
            <a:gdLst/>
            <a:ahLst/>
            <a:cxnLst/>
            <a:rect l="l" t="t" r="r" b="b"/>
            <a:pathLst>
              <a:path w="1993392" h="521208">
                <a:moveTo>
                  <a:pt x="1993392" y="0"/>
                </a:moveTo>
                <a:lnTo>
                  <a:pt x="1060704" y="512064"/>
                </a:lnTo>
                <a:cubicBezTo>
                  <a:pt x="1024128" y="530352"/>
                  <a:pt x="978408" y="530352"/>
                  <a:pt x="941832" y="512064"/>
                </a:cubicBezTo>
                <a:lnTo>
                  <a:pt x="0" y="0"/>
                </a:lnTo>
                <a:lnTo>
                  <a:pt x="1993392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2" name="Rectangle 41673_#color-2109&amp;789"/>
          <p:cNvSpPr/>
          <p:nvPr userDrawn="1">
            <p:custDataLst>
              <p:tags r:id="rId6"/>
            </p:custDataLst>
          </p:nvPr>
        </p:nvSpPr>
        <p:spPr>
          <a:xfrm>
            <a:off x="2176272" y="1545336"/>
            <a:ext cx="868680" cy="868680"/>
          </a:xfrm>
          <a:custGeom>
            <a:avLst/>
            <a:gdLst/>
            <a:ahLst/>
            <a:cxnLst/>
            <a:rect l="l" t="t" r="r" b="b"/>
            <a:pathLst>
              <a:path w="868680" h="868680">
                <a:moveTo>
                  <a:pt x="18288" y="475488"/>
                </a:moveTo>
                <a:cubicBezTo>
                  <a:pt x="-9144" y="448056"/>
                  <a:pt x="-9144" y="420624"/>
                  <a:pt x="18288" y="402336"/>
                </a:cubicBezTo>
                <a:lnTo>
                  <a:pt x="402336" y="18288"/>
                </a:lnTo>
                <a:cubicBezTo>
                  <a:pt x="420624" y="-9144"/>
                  <a:pt x="448056" y="-9144"/>
                  <a:pt x="475488" y="18288"/>
                </a:cubicBezTo>
                <a:lnTo>
                  <a:pt x="859536" y="402336"/>
                </a:lnTo>
                <a:cubicBezTo>
                  <a:pt x="877824" y="420624"/>
                  <a:pt x="877824" y="448056"/>
                  <a:pt x="859536" y="475488"/>
                </a:cubicBezTo>
                <a:lnTo>
                  <a:pt x="475488" y="859536"/>
                </a:lnTo>
                <a:cubicBezTo>
                  <a:pt x="448056" y="877824"/>
                  <a:pt x="420624" y="877824"/>
                  <a:pt x="402336" y="859536"/>
                </a:cubicBezTo>
                <a:lnTo>
                  <a:pt x="18288" y="475488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Rectangle 41674_#color-2109&amp;792"/>
          <p:cNvSpPr/>
          <p:nvPr userDrawn="1">
            <p:custDataLst>
              <p:tags r:id="rId7"/>
            </p:custDataLst>
          </p:nvPr>
        </p:nvSpPr>
        <p:spPr>
          <a:xfrm>
            <a:off x="9326880" y="4882896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18288" y="329184"/>
                </a:moveTo>
                <a:cubicBezTo>
                  <a:pt x="-9144" y="310896"/>
                  <a:pt x="-9144" y="283464"/>
                  <a:pt x="18288" y="256032"/>
                </a:cubicBezTo>
                <a:lnTo>
                  <a:pt x="256032" y="18288"/>
                </a:lnTo>
                <a:cubicBezTo>
                  <a:pt x="283464" y="-9144"/>
                  <a:pt x="310896" y="-9144"/>
                  <a:pt x="329184" y="18288"/>
                </a:cubicBezTo>
                <a:lnTo>
                  <a:pt x="576072" y="256032"/>
                </a:lnTo>
                <a:cubicBezTo>
                  <a:pt x="594360" y="283464"/>
                  <a:pt x="594360" y="310896"/>
                  <a:pt x="576072" y="329184"/>
                </a:cubicBezTo>
                <a:lnTo>
                  <a:pt x="329184" y="576072"/>
                </a:lnTo>
                <a:cubicBezTo>
                  <a:pt x="310896" y="594360"/>
                  <a:pt x="283464" y="594360"/>
                  <a:pt x="256032" y="576072"/>
                </a:cubicBezTo>
                <a:lnTo>
                  <a:pt x="18288" y="329184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838200" y="2245473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0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35152" y="4302506"/>
            <a:ext cx="10515600" cy="530987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85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_#color-2109&amp;768"/>
          <p:cNvSpPr/>
          <p:nvPr userDrawn="1">
            <p:custDataLst>
              <p:tags r:id="rId12"/>
            </p:custDataLst>
          </p:nvPr>
        </p:nvSpPr>
        <p:spPr>
          <a:xfrm>
            <a:off x="192024" y="0"/>
            <a:ext cx="1389888" cy="694944"/>
          </a:xfrm>
          <a:custGeom>
            <a:avLst/>
            <a:gdLst/>
            <a:ahLst/>
            <a:cxnLst/>
            <a:rect l="l" t="t" r="r" b="b"/>
            <a:pathLst>
              <a:path w="1389888" h="694944">
                <a:moveTo>
                  <a:pt x="0" y="0"/>
                </a:moveTo>
                <a:cubicBezTo>
                  <a:pt x="0" y="36576"/>
                  <a:pt x="9144" y="64008"/>
                  <a:pt x="36576" y="91440"/>
                </a:cubicBezTo>
                <a:lnTo>
                  <a:pt x="603504" y="658368"/>
                </a:lnTo>
                <a:cubicBezTo>
                  <a:pt x="658368" y="713232"/>
                  <a:pt x="740664" y="713232"/>
                  <a:pt x="786384" y="658368"/>
                </a:cubicBezTo>
                <a:lnTo>
                  <a:pt x="1353312" y="91440"/>
                </a:lnTo>
                <a:cubicBezTo>
                  <a:pt x="1380744" y="64008"/>
                  <a:pt x="1389888" y="36576"/>
                  <a:pt x="1389888" y="0"/>
                </a:cubicBezTo>
                <a:lnTo>
                  <a:pt x="0" y="0"/>
                </a:lnTo>
              </a:path>
            </a:pathLst>
          </a:custGeom>
          <a:solidFill>
            <a:schemeClr val="accent1">
              <a:alpha val="40000"/>
            </a:schemeClr>
          </a:solidFill>
        </p:spPr>
      </p:sp>
      <p:sp>
        <p:nvSpPr>
          <p:cNvPr id="10" name="图片_#color-2109&amp;771"/>
          <p:cNvSpPr/>
          <p:nvPr userDrawn="1">
            <p:custDataLst>
              <p:tags r:id="rId13"/>
            </p:custDataLst>
          </p:nvPr>
        </p:nvSpPr>
        <p:spPr>
          <a:xfrm>
            <a:off x="9674352" y="5788152"/>
            <a:ext cx="2249424" cy="1069848"/>
          </a:xfrm>
          <a:custGeom>
            <a:avLst/>
            <a:gdLst/>
            <a:ahLst/>
            <a:cxnLst/>
            <a:rect l="l" t="t" r="r" b="b"/>
            <a:pathLst>
              <a:path w="2249424" h="1069848">
                <a:moveTo>
                  <a:pt x="2249424" y="1069848"/>
                </a:moveTo>
                <a:lnTo>
                  <a:pt x="0" y="1069848"/>
                </a:lnTo>
                <a:lnTo>
                  <a:pt x="1033272" y="36576"/>
                </a:lnTo>
                <a:cubicBezTo>
                  <a:pt x="1088136" y="-9144"/>
                  <a:pt x="1161288" y="-9144"/>
                  <a:pt x="1216152" y="36576"/>
                </a:cubicBezTo>
                <a:lnTo>
                  <a:pt x="2249424" y="1069848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1" name="图片_#color-2109&amp;774"/>
          <p:cNvSpPr/>
          <p:nvPr userDrawn="1">
            <p:custDataLst>
              <p:tags r:id="rId14"/>
            </p:custDataLst>
          </p:nvPr>
        </p:nvSpPr>
        <p:spPr>
          <a:xfrm>
            <a:off x="1115568" y="320040"/>
            <a:ext cx="1033272" cy="1033272"/>
          </a:xfrm>
          <a:custGeom>
            <a:avLst/>
            <a:gdLst/>
            <a:ahLst/>
            <a:cxnLst/>
            <a:rect l="l" t="t" r="r" b="b"/>
            <a:pathLst>
              <a:path w="1033272" h="1033272">
                <a:moveTo>
                  <a:pt x="36576" y="612648"/>
                </a:moveTo>
                <a:cubicBezTo>
                  <a:pt x="-9144" y="557784"/>
                  <a:pt x="-9144" y="475488"/>
                  <a:pt x="36576" y="429768"/>
                </a:cubicBezTo>
                <a:lnTo>
                  <a:pt x="429768" y="36576"/>
                </a:lnTo>
                <a:cubicBezTo>
                  <a:pt x="475488" y="-9144"/>
                  <a:pt x="557784" y="-9144"/>
                  <a:pt x="612648" y="36576"/>
                </a:cubicBezTo>
                <a:lnTo>
                  <a:pt x="996696" y="429768"/>
                </a:lnTo>
                <a:cubicBezTo>
                  <a:pt x="1051560" y="475488"/>
                  <a:pt x="1051560" y="557784"/>
                  <a:pt x="996696" y="612648"/>
                </a:cubicBezTo>
                <a:lnTo>
                  <a:pt x="612648" y="996696"/>
                </a:lnTo>
                <a:cubicBezTo>
                  <a:pt x="557784" y="1051560"/>
                  <a:pt x="475488" y="1051560"/>
                  <a:pt x="429768" y="996696"/>
                </a:cubicBezTo>
                <a:lnTo>
                  <a:pt x="36576" y="612648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5" Type="http://schemas.openxmlformats.org/officeDocument/2006/relationships/slideLayout" Target="../slideLayouts/slideLayout14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6.xml"/><Relationship Id="rId2" Type="http://schemas.openxmlformats.org/officeDocument/2006/relationships/image" Target="../media/image1.png"/><Relationship Id="rId1" Type="http://schemas.openxmlformats.org/officeDocument/2006/relationships/tags" Target="../tags/tag10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8.xml"/><Relationship Id="rId2" Type="http://schemas.openxmlformats.org/officeDocument/2006/relationships/image" Target="../media/image2.png"/><Relationship Id="rId1" Type="http://schemas.openxmlformats.org/officeDocument/2006/relationships/tags" Target="../tags/tag10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image" Target="../media/image3.pn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0.xml"/><Relationship Id="rId2" Type="http://schemas.openxmlformats.org/officeDocument/2006/relationships/image" Target="../media/image4.png"/><Relationship Id="rId1" Type="http://schemas.openxmlformats.org/officeDocument/2006/relationships/tags" Target="../tags/tag11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2.xml"/><Relationship Id="rId2" Type="http://schemas.openxmlformats.org/officeDocument/2006/relationships/image" Target="../media/image1.png"/><Relationship Id="rId1" Type="http://schemas.openxmlformats.org/officeDocument/2006/relationships/tags" Target="../tags/tag12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4.xml"/><Relationship Id="rId2" Type="http://schemas.openxmlformats.org/officeDocument/2006/relationships/image" Target="../media/image5.png"/><Relationship Id="rId1" Type="http://schemas.openxmlformats.org/officeDocument/2006/relationships/tags" Target="../tags/tag12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6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12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tags" Target="../tags/tag12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0.xml"/><Relationship Id="rId2" Type="http://schemas.openxmlformats.org/officeDocument/2006/relationships/image" Target="../media/image8.png"/><Relationship Id="rId1" Type="http://schemas.openxmlformats.org/officeDocument/2006/relationships/tags" Target="../tags/tag129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5.xml"/><Relationship Id="rId2" Type="http://schemas.openxmlformats.org/officeDocument/2006/relationships/image" Target="../media/image9.png"/><Relationship Id="rId1" Type="http://schemas.openxmlformats.org/officeDocument/2006/relationships/tags" Target="../tags/tag13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7.xml"/><Relationship Id="rId2" Type="http://schemas.openxmlformats.org/officeDocument/2006/relationships/image" Target="../media/image10.png"/><Relationship Id="rId1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2472055"/>
            <a:ext cx="10844530" cy="1272540"/>
          </a:xfrm>
        </p:spPr>
        <p:txBody>
          <a:bodyPr wrap="square">
            <a:normAutofit fontScale="90000"/>
          </a:bodyPr>
          <a:lstStyle/>
          <a:p>
            <a:r>
              <a:rPr lang="en-US" altLang="zh-CN" dirty="0"/>
              <a:t>Loop Engineering </a:t>
            </a:r>
            <a:r>
              <a:rPr lang="zh-CN" altLang="en-US" dirty="0"/>
              <a:t>应用</a:t>
            </a:r>
            <a:r>
              <a:rPr lang="zh-CN" altLang="en-US" dirty="0"/>
              <a:t>实践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18488" y="2167128"/>
            <a:ext cx="2459736" cy="2505456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9" name="#项图片_#color-2109&amp;729"/>
          <p:cNvSpPr/>
          <p:nvPr>
            <p:custDataLst>
              <p:tags r:id="rId2"/>
            </p:custDataLst>
          </p:nvPr>
        </p:nvSpPr>
        <p:spPr>
          <a:xfrm>
            <a:off x="5367528" y="947839"/>
            <a:ext cx="967139" cy="967139"/>
          </a:xfrm>
          <a:custGeom>
            <a:avLst/>
            <a:gdLst/>
            <a:ahLst/>
            <a:cxnLst/>
            <a:rect l="l" t="t" r="r" b="b"/>
            <a:pathLst>
              <a:path w="896112" h="896112">
                <a:moveTo>
                  <a:pt x="18288" y="484632"/>
                </a:moveTo>
                <a:cubicBezTo>
                  <a:pt x="-9144" y="466344"/>
                  <a:pt x="-9144" y="429768"/>
                  <a:pt x="18288" y="411480"/>
                </a:cubicBezTo>
                <a:lnTo>
                  <a:pt x="411480" y="18288"/>
                </a:lnTo>
                <a:cubicBezTo>
                  <a:pt x="429768" y="-9144"/>
                  <a:pt x="466344" y="-9144"/>
                  <a:pt x="484632" y="18288"/>
                </a:cubicBezTo>
                <a:lnTo>
                  <a:pt x="877824" y="411480"/>
                </a:lnTo>
                <a:cubicBezTo>
                  <a:pt x="896112" y="429768"/>
                  <a:pt x="896112" y="466344"/>
                  <a:pt x="877824" y="484632"/>
                </a:cubicBezTo>
                <a:lnTo>
                  <a:pt x="484632" y="877824"/>
                </a:lnTo>
                <a:cubicBezTo>
                  <a:pt x="466344" y="896112"/>
                  <a:pt x="429768" y="896112"/>
                  <a:pt x="411480" y="877824"/>
                </a:cubicBezTo>
                <a:lnTo>
                  <a:pt x="18288" y="484632"/>
                </a:lnTo>
              </a:path>
            </a:pathLst>
          </a:custGeom>
          <a:solidFill>
            <a:schemeClr val="accent1"/>
          </a:solidFill>
        </p:spPr>
        <p:txBody>
          <a:bodyPr wrap="none"/>
          <a:lstStyle/>
          <a:p>
            <a:endParaRPr lang="zh-CN" altLang="en-US">
              <a:latin typeface="+mn-ea"/>
            </a:endParaRPr>
          </a:p>
        </p:txBody>
      </p:sp>
      <p:sp>
        <p:nvSpPr>
          <p:cNvPr id="11" name="序号"/>
          <p:cNvSpPr txBox="1"/>
          <p:nvPr>
            <p:custDataLst>
              <p:tags r:id="rId3"/>
            </p:custDataLst>
          </p:nvPr>
        </p:nvSpPr>
        <p:spPr>
          <a:xfrm>
            <a:off x="5367528" y="947839"/>
            <a:ext cx="967139" cy="96713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n-ea"/>
              </a:rPr>
              <a:t>01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12" name="项标题"/>
          <p:cNvSpPr txBox="1"/>
          <p:nvPr>
            <p:custDataLst>
              <p:tags r:id="rId4"/>
            </p:custDataLst>
          </p:nvPr>
        </p:nvSpPr>
        <p:spPr>
          <a:xfrm>
            <a:off x="6740943" y="1026892"/>
            <a:ext cx="4912577" cy="8090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什么是</a:t>
            </a: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Agent Loop</a:t>
            </a: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？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9" name="#项图片_#color-2109&amp;729"/>
          <p:cNvSpPr/>
          <p:nvPr>
            <p:custDataLst>
              <p:tags r:id="rId5"/>
            </p:custDataLst>
          </p:nvPr>
        </p:nvSpPr>
        <p:spPr>
          <a:xfrm>
            <a:off x="5367528" y="4885682"/>
            <a:ext cx="967139" cy="967139"/>
          </a:xfrm>
          <a:custGeom>
            <a:avLst/>
            <a:gdLst/>
            <a:ahLst/>
            <a:cxnLst/>
            <a:rect l="l" t="t" r="r" b="b"/>
            <a:pathLst>
              <a:path w="896112" h="896112">
                <a:moveTo>
                  <a:pt x="18288" y="484632"/>
                </a:moveTo>
                <a:cubicBezTo>
                  <a:pt x="-9144" y="466344"/>
                  <a:pt x="-9144" y="429768"/>
                  <a:pt x="18288" y="411480"/>
                </a:cubicBezTo>
                <a:lnTo>
                  <a:pt x="411480" y="18288"/>
                </a:lnTo>
                <a:cubicBezTo>
                  <a:pt x="429768" y="-9144"/>
                  <a:pt x="466344" y="-9144"/>
                  <a:pt x="484632" y="18288"/>
                </a:cubicBezTo>
                <a:lnTo>
                  <a:pt x="877824" y="411480"/>
                </a:lnTo>
                <a:cubicBezTo>
                  <a:pt x="896112" y="429768"/>
                  <a:pt x="896112" y="466344"/>
                  <a:pt x="877824" y="484632"/>
                </a:cubicBezTo>
                <a:lnTo>
                  <a:pt x="484632" y="877824"/>
                </a:lnTo>
                <a:cubicBezTo>
                  <a:pt x="466344" y="896112"/>
                  <a:pt x="429768" y="896112"/>
                  <a:pt x="411480" y="877824"/>
                </a:cubicBezTo>
                <a:lnTo>
                  <a:pt x="18288" y="484632"/>
                </a:lnTo>
              </a:path>
            </a:pathLst>
          </a:custGeom>
          <a:solidFill>
            <a:schemeClr val="accent1"/>
          </a:solidFill>
        </p:spPr>
        <p:txBody>
          <a:bodyPr wrap="none"/>
          <a:lstStyle/>
          <a:p>
            <a:endParaRPr lang="zh-CN" altLang="en-US">
              <a:latin typeface="+mn-ea"/>
            </a:endParaRPr>
          </a:p>
        </p:txBody>
      </p:sp>
      <p:sp>
        <p:nvSpPr>
          <p:cNvPr id="20" name="序号"/>
          <p:cNvSpPr txBox="1"/>
          <p:nvPr>
            <p:custDataLst>
              <p:tags r:id="rId6"/>
            </p:custDataLst>
          </p:nvPr>
        </p:nvSpPr>
        <p:spPr>
          <a:xfrm>
            <a:off x="5367528" y="4885682"/>
            <a:ext cx="967139" cy="96713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n-ea"/>
              </a:rPr>
              <a:t>04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1" name="项标题"/>
          <p:cNvSpPr txBox="1"/>
          <p:nvPr>
            <p:custDataLst>
              <p:tags r:id="rId7"/>
            </p:custDataLst>
          </p:nvPr>
        </p:nvSpPr>
        <p:spPr>
          <a:xfrm>
            <a:off x="6740943" y="4964734"/>
            <a:ext cx="4912577" cy="8090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Loop Engineering </a:t>
            </a: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应用</a:t>
            </a: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实践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" name="#项图片_#color-2109&amp;729"/>
          <p:cNvSpPr/>
          <p:nvPr>
            <p:custDataLst>
              <p:tags r:id="rId8"/>
            </p:custDataLst>
          </p:nvPr>
        </p:nvSpPr>
        <p:spPr>
          <a:xfrm>
            <a:off x="5367528" y="3573067"/>
            <a:ext cx="967139" cy="967139"/>
          </a:xfrm>
          <a:custGeom>
            <a:avLst/>
            <a:gdLst/>
            <a:ahLst/>
            <a:cxnLst/>
            <a:rect l="l" t="t" r="r" b="b"/>
            <a:pathLst>
              <a:path w="896112" h="896112">
                <a:moveTo>
                  <a:pt x="18288" y="484632"/>
                </a:moveTo>
                <a:cubicBezTo>
                  <a:pt x="-9144" y="466344"/>
                  <a:pt x="-9144" y="429768"/>
                  <a:pt x="18288" y="411480"/>
                </a:cubicBezTo>
                <a:lnTo>
                  <a:pt x="411480" y="18288"/>
                </a:lnTo>
                <a:cubicBezTo>
                  <a:pt x="429768" y="-9144"/>
                  <a:pt x="466344" y="-9144"/>
                  <a:pt x="484632" y="18288"/>
                </a:cubicBezTo>
                <a:lnTo>
                  <a:pt x="877824" y="411480"/>
                </a:lnTo>
                <a:cubicBezTo>
                  <a:pt x="896112" y="429768"/>
                  <a:pt x="896112" y="466344"/>
                  <a:pt x="877824" y="484632"/>
                </a:cubicBezTo>
                <a:lnTo>
                  <a:pt x="484632" y="877824"/>
                </a:lnTo>
                <a:cubicBezTo>
                  <a:pt x="466344" y="896112"/>
                  <a:pt x="429768" y="896112"/>
                  <a:pt x="411480" y="877824"/>
                </a:cubicBezTo>
                <a:lnTo>
                  <a:pt x="18288" y="484632"/>
                </a:lnTo>
              </a:path>
            </a:pathLst>
          </a:custGeom>
          <a:solidFill>
            <a:schemeClr val="accent1"/>
          </a:solidFill>
        </p:spPr>
        <p:txBody>
          <a:bodyPr wrap="none"/>
          <a:lstStyle/>
          <a:p>
            <a:endParaRPr lang="zh-CN" altLang="en-US">
              <a:latin typeface="+mn-ea"/>
            </a:endParaRPr>
          </a:p>
        </p:txBody>
      </p:sp>
      <p:sp>
        <p:nvSpPr>
          <p:cNvPr id="24" name="序号"/>
          <p:cNvSpPr txBox="1"/>
          <p:nvPr>
            <p:custDataLst>
              <p:tags r:id="rId9"/>
            </p:custDataLst>
          </p:nvPr>
        </p:nvSpPr>
        <p:spPr>
          <a:xfrm>
            <a:off x="5367528" y="3573067"/>
            <a:ext cx="967139" cy="96713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n-ea"/>
              </a:rPr>
              <a:t>03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5" name="项标题"/>
          <p:cNvSpPr txBox="1"/>
          <p:nvPr>
            <p:custDataLst>
              <p:tags r:id="rId10"/>
            </p:custDataLst>
          </p:nvPr>
        </p:nvSpPr>
        <p:spPr>
          <a:xfrm>
            <a:off x="6740943" y="3652119"/>
            <a:ext cx="4912577" cy="8090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Loop Engineering </a:t>
            </a: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历史</a:t>
            </a: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演进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7" name="#项图片_#color-2109&amp;729"/>
          <p:cNvSpPr/>
          <p:nvPr>
            <p:custDataLst>
              <p:tags r:id="rId11"/>
            </p:custDataLst>
          </p:nvPr>
        </p:nvSpPr>
        <p:spPr>
          <a:xfrm>
            <a:off x="5367528" y="2260453"/>
            <a:ext cx="967139" cy="967139"/>
          </a:xfrm>
          <a:custGeom>
            <a:avLst/>
            <a:gdLst/>
            <a:ahLst/>
            <a:cxnLst/>
            <a:rect l="l" t="t" r="r" b="b"/>
            <a:pathLst>
              <a:path w="896112" h="896112">
                <a:moveTo>
                  <a:pt x="18288" y="484632"/>
                </a:moveTo>
                <a:cubicBezTo>
                  <a:pt x="-9144" y="466344"/>
                  <a:pt x="-9144" y="429768"/>
                  <a:pt x="18288" y="411480"/>
                </a:cubicBezTo>
                <a:lnTo>
                  <a:pt x="411480" y="18288"/>
                </a:lnTo>
                <a:cubicBezTo>
                  <a:pt x="429768" y="-9144"/>
                  <a:pt x="466344" y="-9144"/>
                  <a:pt x="484632" y="18288"/>
                </a:cubicBezTo>
                <a:lnTo>
                  <a:pt x="877824" y="411480"/>
                </a:lnTo>
                <a:cubicBezTo>
                  <a:pt x="896112" y="429768"/>
                  <a:pt x="896112" y="466344"/>
                  <a:pt x="877824" y="484632"/>
                </a:cubicBezTo>
                <a:lnTo>
                  <a:pt x="484632" y="877824"/>
                </a:lnTo>
                <a:cubicBezTo>
                  <a:pt x="466344" y="896112"/>
                  <a:pt x="429768" y="896112"/>
                  <a:pt x="411480" y="877824"/>
                </a:cubicBezTo>
                <a:lnTo>
                  <a:pt x="18288" y="484632"/>
                </a:lnTo>
              </a:path>
            </a:pathLst>
          </a:custGeom>
          <a:solidFill>
            <a:schemeClr val="accent1"/>
          </a:solidFill>
        </p:spPr>
        <p:txBody>
          <a:bodyPr wrap="none"/>
          <a:lstStyle/>
          <a:p>
            <a:endParaRPr lang="zh-CN" altLang="en-US">
              <a:latin typeface="+mn-ea"/>
            </a:endParaRPr>
          </a:p>
        </p:txBody>
      </p:sp>
      <p:sp>
        <p:nvSpPr>
          <p:cNvPr id="28" name="序号"/>
          <p:cNvSpPr txBox="1"/>
          <p:nvPr>
            <p:custDataLst>
              <p:tags r:id="rId12"/>
            </p:custDataLst>
          </p:nvPr>
        </p:nvSpPr>
        <p:spPr>
          <a:xfrm>
            <a:off x="5367528" y="2260453"/>
            <a:ext cx="967139" cy="96713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n-ea"/>
              </a:rPr>
              <a:t>02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9" name="项标题"/>
          <p:cNvSpPr txBox="1"/>
          <p:nvPr>
            <p:custDataLst>
              <p:tags r:id="rId13"/>
            </p:custDataLst>
          </p:nvPr>
        </p:nvSpPr>
        <p:spPr>
          <a:xfrm>
            <a:off x="6740943" y="2339506"/>
            <a:ext cx="4912577" cy="8090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什么是</a:t>
            </a: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Loop Engineering</a:t>
            </a: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？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6400" y="3702812"/>
            <a:ext cx="9144000" cy="2442717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什么是</a:t>
            </a:r>
            <a:r>
              <a:rPr lang="en-US" altLang="zh-CN" dirty="0"/>
              <a:t> Agent Lo</a:t>
            </a:r>
            <a:r>
              <a:rPr lang="en-US" altLang="zh-CN" dirty="0"/>
              <a:t>op ?</a:t>
            </a:r>
            <a:endParaRPr lang="en-US" altLang="zh-CN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5270500" y="1555750"/>
            <a:ext cx="1651000" cy="1600200"/>
          </a:xfrm>
        </p:spPr>
        <p:txBody>
          <a:bodyPr wrap="none">
            <a:normAutofit/>
          </a:bodyPr>
          <a:lstStyle/>
          <a:p>
            <a:r>
              <a:rPr lang="en-US" altLang="zh-CN" dirty="0"/>
              <a:t>01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 </a:t>
            </a:r>
            <a:r>
              <a:rPr lang="en-US" altLang="zh-CN"/>
              <a:t>Agent?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9110"/>
            <a:ext cx="12192000" cy="48342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Agent Loop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0" y="1200785"/>
            <a:ext cx="11566525" cy="56572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6400" y="3702812"/>
            <a:ext cx="9144000" cy="2442717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什么是</a:t>
            </a:r>
            <a:r>
              <a:rPr lang="en-US" altLang="zh-CN" dirty="0"/>
              <a:t> Loop Engineering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5270500" y="1555750"/>
            <a:ext cx="1651000" cy="1600200"/>
          </a:xfrm>
        </p:spPr>
        <p:txBody>
          <a:bodyPr wrap="none">
            <a:normAutofit/>
          </a:bodyPr>
          <a:lstStyle/>
          <a:p>
            <a:r>
              <a:rPr lang="en-US" altLang="zh-CN" dirty="0"/>
              <a:t>02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Loop </a:t>
            </a:r>
            <a:r>
              <a:rPr lang="en-US" altLang="zh-CN"/>
              <a:t>Engineering</a:t>
            </a:r>
            <a:endParaRPr lang="en-US" altLang="zh-CN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1005" y="1224280"/>
            <a:ext cx="4359275" cy="2862580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CN" sz="2000"/>
              <a:t>Loop Engineering（</a:t>
            </a:r>
            <a:r>
              <a:rPr lang="zh-CN" altLang="en-US" sz="2000"/>
              <a:t>循环工程）是2026年由</a:t>
            </a:r>
            <a:r>
              <a:rPr lang="en-US" altLang="zh-CN" sz="2000"/>
              <a:t>Google</a:t>
            </a:r>
            <a:r>
              <a:rPr lang="zh-CN" altLang="en-US" sz="2000"/>
              <a:t>工程总监</a:t>
            </a:r>
            <a:r>
              <a:rPr lang="en-US" altLang="zh-CN" sz="2000"/>
              <a:t>Addy Osmani（</a:t>
            </a:r>
            <a:r>
              <a:rPr lang="zh-CN" altLang="en-US" sz="2000"/>
              <a:t>阿迪·奥斯马尼）系统化定义、</a:t>
            </a:r>
            <a:r>
              <a:rPr lang="en-US" altLang="zh-CN" sz="2000"/>
              <a:t>Anthropic Claude Code</a:t>
            </a:r>
            <a:r>
              <a:rPr lang="zh-CN" altLang="en-US" sz="2000"/>
              <a:t>负责人</a:t>
            </a:r>
            <a:r>
              <a:rPr lang="en-US" altLang="zh-CN" sz="2000"/>
              <a:t>Boris Cherny（</a:t>
            </a:r>
            <a:r>
              <a:rPr lang="zh-CN" altLang="en-US" sz="2000"/>
              <a:t>鲍里斯·切尔尼）和</a:t>
            </a:r>
            <a:r>
              <a:rPr lang="en-US" altLang="zh-CN" sz="2000"/>
              <a:t>OpenAI</a:t>
            </a:r>
            <a:r>
              <a:rPr lang="zh-CN" altLang="en-US" sz="2000"/>
              <a:t>的</a:t>
            </a:r>
            <a:r>
              <a:rPr lang="en-US" altLang="zh-CN" sz="2000"/>
              <a:t>Peter Steinberger（</a:t>
            </a:r>
            <a:r>
              <a:rPr lang="zh-CN" altLang="en-US" sz="2000"/>
              <a:t>彼得·斯坦伯格）共同推动的新范式。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220" y="0"/>
            <a:ext cx="7129780" cy="6858000"/>
          </a:xfrm>
          <a:prstGeom prst="rect">
            <a:avLst/>
          </a:prstGeom>
        </p:spPr>
      </p:pic>
      <p:sp>
        <p:nvSpPr>
          <p:cNvPr id="5" name="正文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005" y="4358005"/>
            <a:ext cx="4184015" cy="1819275"/>
          </a:xfrm>
          <a:prstGeom prst="rect">
            <a:avLst/>
          </a:prstGeom>
        </p:spPr>
        <p:txBody>
          <a:bodyPr vert="horz" wrap="square" lIns="0" tIns="0" rIns="0" bIns="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/>
              <a:t>不再亲手给</a:t>
            </a:r>
            <a:r>
              <a:rPr lang="en-US" altLang="zh-CN" sz="2000"/>
              <a:t>AI</a:t>
            </a:r>
            <a:r>
              <a:rPr lang="zh-CN" altLang="en-US" sz="2000"/>
              <a:t>写</a:t>
            </a:r>
            <a:r>
              <a:rPr lang="en-US" altLang="zh-CN" sz="2000"/>
              <a:t>Prompt，</a:t>
            </a:r>
            <a:r>
              <a:rPr lang="zh-CN" altLang="en-US" sz="2000"/>
              <a:t>而是设计一个系统</a:t>
            </a:r>
            <a:r>
              <a:rPr lang="en-US" altLang="zh-CN" sz="2000"/>
              <a:t>（Loop），</a:t>
            </a:r>
            <a:r>
              <a:rPr lang="zh-CN" altLang="en-US" sz="2000"/>
              <a:t>让这个系统自动调度 </a:t>
            </a:r>
            <a:r>
              <a:rPr lang="en-US" altLang="zh-CN" sz="2000"/>
              <a:t>AI Agent </a:t>
            </a:r>
            <a:r>
              <a:rPr lang="zh-CN" altLang="en-US" sz="2000"/>
              <a:t>去发现任务、执行任务、验证结果，直到目标达成。</a:t>
            </a:r>
            <a:endParaRPr lang="zh-CN" altLang="en-US" sz="2000"/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6400" y="3702812"/>
            <a:ext cx="9144000" cy="2442717"/>
          </a:xfrm>
        </p:spPr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Loop Engineering </a:t>
            </a: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历史演进</a:t>
            </a:r>
            <a:endParaRPr lang="en-US" altLang="zh-CN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5270500" y="1555750"/>
            <a:ext cx="1651000" cy="1600200"/>
          </a:xfrm>
        </p:spPr>
        <p:txBody>
          <a:bodyPr wrap="none">
            <a:normAutofit/>
          </a:bodyPr>
          <a:lstStyle/>
          <a:p>
            <a:r>
              <a:rPr lang="en-US" altLang="zh-CN" dirty="0"/>
              <a:t>03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Prompt Engineering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" y="2862580"/>
            <a:ext cx="11196320" cy="8674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Agent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835" y="1515745"/>
            <a:ext cx="12192000" cy="48342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Context </a:t>
            </a:r>
            <a:r>
              <a:rPr lang="en-US" altLang="zh-CN"/>
              <a:t>Engineering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" y="1165860"/>
            <a:ext cx="12005310" cy="55092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Harness Engineering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047875"/>
            <a:ext cx="5655310" cy="4171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915" y="2047875"/>
            <a:ext cx="6328410" cy="41725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3898265" cy="720090"/>
          </a:xfrm>
        </p:spPr>
        <p:txBody>
          <a:bodyPr/>
          <a:lstStyle/>
          <a:p>
            <a:r>
              <a:rPr lang="en-US" altLang="zh-CN">
                <a:sym typeface="+mn-ea"/>
              </a:rPr>
              <a:t>Loop Engineering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790" y="0"/>
            <a:ext cx="712978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140"/>
            <a:ext cx="12192000" cy="66497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6540" y="3702685"/>
            <a:ext cx="9144000" cy="1245870"/>
          </a:xfrm>
        </p:spPr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Loop Engineering </a:t>
            </a: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应用</a:t>
            </a: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实践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5270500" y="1555750"/>
            <a:ext cx="1651000" cy="1600200"/>
          </a:xfrm>
        </p:spPr>
        <p:txBody>
          <a:bodyPr wrap="none">
            <a:normAutofit/>
          </a:bodyPr>
          <a:lstStyle/>
          <a:p>
            <a:r>
              <a:rPr lang="en-US" altLang="zh-CN" dirty="0"/>
              <a:t>04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Loop Engineering </a:t>
            </a:r>
            <a:r>
              <a:rPr lang="zh-CN" altLang="en-US"/>
              <a:t>核心</a:t>
            </a:r>
            <a:r>
              <a:rPr lang="zh-CN" altLang="en-US"/>
              <a:t>要素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191895"/>
            <a:ext cx="6858635" cy="54895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Loop Engineering </a:t>
            </a:r>
            <a:r>
              <a:rPr lang="zh-CN" altLang="en-US"/>
              <a:t>风险</a:t>
            </a:r>
            <a:r>
              <a:rPr lang="zh-CN" altLang="en-US"/>
              <a:t>点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155065"/>
            <a:ext cx="10153015" cy="56343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</p:tagLst>
</file>

<file path=ppt/tags/tag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6"/>
  <p:tag name="KSO_WM_TEMPLATE_CATEGORY" val="custom"/>
  <p:tag name="KSO_WM_TEMPLATE_INDEX" val="2023329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50"/>
  <p:tag name="KSO_WM_TEMPLATE_CATEGORY" val="custom"/>
  <p:tag name="KSO_WM_TEMPLATE_INDEX" val="20233290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0"/>
  <p:tag name="KSO_WM_TEMPLATE_THUMBS_INDEX" val="1、9"/>
  <p:tag name="KSO_WM_SPECIAL_SOURCE" val="bdnull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9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87.xml><?xml version="1.0" encoding="utf-8"?>
<p:tagLst xmlns:p="http://schemas.openxmlformats.org/presentationml/2006/main">
  <p:tag name="KSO_WM_SLIDE_ID" val="custom20233290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290"/>
  <p:tag name="KSO_WM_SLIDE_TYPE" val="endPage"/>
  <p:tag name="KSO_WM_SLIDE_SUBTYPE" val="pureTxt"/>
  <p:tag name="KSO_WM_SLIDE_LAYOUT" val="a_f"/>
  <p:tag name="KSO_WM_SLIDE_LAYOUT_CNT" val="1_1"/>
  <p:tag name="KSO_WM_SPECIAL_SOURCE" val="bdnull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4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</p:tagLst>
</file>

<file path=ppt/tags/tag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custom20233290_4*l_h_i*1_1_1"/>
  <p:tag name="KSO_WM_TEMPLATE_CATEGORY" val="custom"/>
  <p:tag name="KSO_WM_TEMPLATE_INDEX" val="20233290"/>
  <p:tag name="KSO_WM_UNIT_LAYERLEVEL" val="1_1_1"/>
  <p:tag name="KSO_WM_TAG_VERSION" val="3.0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3290_4*l_h_i*1_1_2"/>
  <p:tag name="KSO_WM_TEMPLATE_CATEGORY" val="custom"/>
  <p:tag name="KSO_WM_TEMPLATE_INDEX" val="2023329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3290_4*l_h_a*1_1_1"/>
  <p:tag name="KSO_WM_TEMPLATE_CATEGORY" val="custom"/>
  <p:tag name="KSO_WM_TEMPLATE_INDEX" val="2023329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custom20233290_4*l_h_i*1_4_1"/>
  <p:tag name="KSO_WM_TEMPLATE_CATEGORY" val="custom"/>
  <p:tag name="KSO_WM_TEMPLATE_INDEX" val="20233290"/>
  <p:tag name="KSO_WM_UNIT_LAYERLEVEL" val="1_1_1"/>
  <p:tag name="KSO_WM_TAG_VERSION" val="3.0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3290_4*l_h_i*1_4_2"/>
  <p:tag name="KSO_WM_TEMPLATE_CATEGORY" val="custom"/>
  <p:tag name="KSO_WM_TEMPLATE_INDEX" val="2023329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290_4*l_h_a*1_4_1"/>
  <p:tag name="KSO_WM_TEMPLATE_CATEGORY" val="custom"/>
  <p:tag name="KSO_WM_TEMPLATE_INDEX" val="2023329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</p:tagLst>
</file>

<file path=ppt/tags/tag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custom20233290_4*l_h_i*1_3_1"/>
  <p:tag name="KSO_WM_TEMPLATE_CATEGORY" val="custom"/>
  <p:tag name="KSO_WM_TEMPLATE_INDEX" val="20233290"/>
  <p:tag name="KSO_WM_UNIT_LAYERLEVEL" val="1_1_1"/>
  <p:tag name="KSO_WM_TAG_VERSION" val="3.0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3290_4*l_h_i*1_3_2"/>
  <p:tag name="KSO_WM_TEMPLATE_CATEGORY" val="custom"/>
  <p:tag name="KSO_WM_TEMPLATE_INDEX" val="2023329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3290_4*l_h_a*1_3_1"/>
  <p:tag name="KSO_WM_TEMPLATE_CATEGORY" val="custom"/>
  <p:tag name="KSO_WM_TEMPLATE_INDEX" val="2023329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</p:tagLst>
</file>

<file path=ppt/tags/tag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custom20233290_4*l_h_i*1_2_1"/>
  <p:tag name="KSO_WM_TEMPLATE_CATEGORY" val="custom"/>
  <p:tag name="KSO_WM_TEMPLATE_INDEX" val="20233290"/>
  <p:tag name="KSO_WM_UNIT_LAYERLEVEL" val="1_1_1"/>
  <p:tag name="KSO_WM_TAG_VERSION" val="3.0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3290_4*l_h_i*1_2_2"/>
  <p:tag name="KSO_WM_TEMPLATE_CATEGORY" val="custom"/>
  <p:tag name="KSO_WM_TEMPLATE_INDEX" val="2023329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3290_4*l_h_a*1_2_1"/>
  <p:tag name="KSO_WM_TEMPLATE_CATEGORY" val="custom"/>
  <p:tag name="KSO_WM_TEMPLATE_INDEX" val="20233290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COLOR_TRICK" val="1"/>
  <p:tag name="KSO_WM_DIAGRAM_MAX_ITEMCNT" val="6"/>
  <p:tag name="KSO_WM_DIAGRAM_MIN_ITEMCNT" val="2"/>
  <p:tag name="KSO_WM_DIAGRAM_VIRTUALLY_FRAME" val="{&quot;height&quot;:456.995361328125,&quot;left&quot;:422.64,&quot;top&quot;:39.24483902097686,&quot;width&quot;:494.960000000000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</p:tagLst>
</file>

<file path=ppt/tags/tag101.xml><?xml version="1.0" encoding="utf-8"?>
<p:tagLst xmlns:p="http://schemas.openxmlformats.org/presentationml/2006/main">
  <p:tag name="KSO_WM_SLIDE_ID" val="custom2023329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29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7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0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0_7*e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04.xml><?xml version="1.0" encoding="utf-8"?>
<p:tagLst xmlns:p="http://schemas.openxmlformats.org/presentationml/2006/main">
  <p:tag name="KSO_WM_SLIDE_ID" val="custom20233290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0"/>
  <p:tag name="KSO_WM_SLIDE_TYPE" val="sectionTitle"/>
  <p:tag name="KSO_WM_SLIDE_SUBTYPE" val="pureTxt"/>
  <p:tag name="KSO_WM_SLIDE_LAYOUT" val="a_e"/>
  <p:tag name="KSO_WM_SLIDE_LAYOUT_CNT" val="1_1"/>
  <p:tag name="KSO_WM_SPECIAL_SOURCE" val="bdnull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06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08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7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1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0_7*e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11.xml><?xml version="1.0" encoding="utf-8"?>
<p:tagLst xmlns:p="http://schemas.openxmlformats.org/presentationml/2006/main">
  <p:tag name="KSO_WM_SLIDE_ID" val="custom20233290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0"/>
  <p:tag name="KSO_WM_SLIDE_TYPE" val="sectionTitle"/>
  <p:tag name="KSO_WM_SLIDE_SUBTYPE" val="pureTxt"/>
  <p:tag name="KSO_WM_SLIDE_LAYOUT" val="a_e"/>
  <p:tag name="KSO_WM_SLIDE_LAYOUT_CNT" val="1_1"/>
  <p:tag name="KSO_WM_SPECIAL_SOURCE" val="bdnull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f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  <p:tag name="KSO_WM_UNIT_TEXT_TYPE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f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  <p:tag name="KSO_WM_UNIT_TEXT_TYPE" val="1"/>
</p:tagLst>
</file>

<file path=ppt/tags/tag115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7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1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0_7*e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18.xml><?xml version="1.0" encoding="utf-8"?>
<p:tagLst xmlns:p="http://schemas.openxmlformats.org/presentationml/2006/main">
  <p:tag name="KSO_WM_SLIDE_ID" val="custom20233290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0"/>
  <p:tag name="KSO_WM_SLIDE_TYPE" val="sectionTitle"/>
  <p:tag name="KSO_WM_SLIDE_SUBTYPE" val="pureTxt"/>
  <p:tag name="KSO_WM_SLIDE_LAYOUT" val="a_e"/>
  <p:tag name="KSO_WM_SLIDE_LAYOUT_CNT" val="1_1"/>
  <p:tag name="KSO_WM_SPECIAL_SOURCE" val="bdnull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20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22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24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26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28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30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7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3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0_7*e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33.xml><?xml version="1.0" encoding="utf-8"?>
<p:tagLst xmlns:p="http://schemas.openxmlformats.org/presentationml/2006/main">
  <p:tag name="KSO_WM_SLIDE_ID" val="custom20233290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0"/>
  <p:tag name="KSO_WM_SLIDE_TYPE" val="sectionTitle"/>
  <p:tag name="KSO_WM_SLIDE_SUBTYPE" val="pureTxt"/>
  <p:tag name="KSO_WM_SLIDE_LAYOUT" val="a_e"/>
  <p:tag name="KSO_WM_SLIDE_LAYOUT_CNT" val="1_1"/>
  <p:tag name="KSO_WM_SPECIAL_SOURCE" val="bdnull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35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8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37.xml><?xml version="1.0" encoding="utf-8"?>
<p:tagLst xmlns:p="http://schemas.openxmlformats.org/presentationml/2006/main"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98">
      <a:dk1>
        <a:srgbClr val="000000"/>
      </a:dk1>
      <a:lt1>
        <a:srgbClr val="FFFFFF"/>
      </a:lt1>
      <a:dk2>
        <a:srgbClr val="3C2400"/>
      </a:dk2>
      <a:lt2>
        <a:srgbClr val="FFFFFF"/>
      </a:lt2>
      <a:accent1>
        <a:srgbClr val="FEBA32"/>
      </a:accent1>
      <a:accent2>
        <a:srgbClr val="EE822F"/>
      </a:accent2>
      <a:accent3>
        <a:srgbClr val="E9CA25"/>
      </a:accent3>
      <a:accent4>
        <a:srgbClr val="FE5732"/>
      </a:accent4>
      <a:accent5>
        <a:srgbClr val="FFA114"/>
      </a:accent5>
      <a:accent6>
        <a:srgbClr val="ED4E4E"/>
      </a:accent6>
      <a:hlink>
        <a:srgbClr val="658BD5"/>
      </a:hlink>
      <a:folHlink>
        <a:srgbClr val="A16AA5"/>
      </a:folHlink>
    </a:clrScheme>
    <a:fontScheme name="自定义 40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WPS 演示</Application>
  <PresentationFormat>宽屏</PresentationFormat>
  <Paragraphs>62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Arial Unicode MS</vt:lpstr>
      <vt:lpstr>MiSans Demibold</vt:lpstr>
      <vt:lpstr>MiSans</vt:lpstr>
      <vt:lpstr>微软雅黑</vt:lpstr>
      <vt:lpstr>Calibri</vt:lpstr>
      <vt:lpstr>WPS</vt:lpstr>
      <vt:lpstr>Office 主题​​</vt:lpstr>
      <vt:lpstr>THANK YOU</vt:lpstr>
      <vt:lpstr>目录</vt:lpstr>
      <vt:lpstr>添加章节标题</vt:lpstr>
      <vt:lpstr>单击此处添加标题</vt:lpstr>
      <vt:lpstr>单击此处添加标题</vt:lpstr>
      <vt:lpstr>什么是 Loop Engineering？</vt:lpstr>
      <vt:lpstr>单击此处添加标题</vt:lpstr>
      <vt:lpstr>Loop Engineering 历史演进</vt:lpstr>
      <vt:lpstr>单击此处添加标题</vt:lpstr>
      <vt:lpstr>单击此处添加标题</vt:lpstr>
      <vt:lpstr>单击此处添加标题</vt:lpstr>
      <vt:lpstr>Context Engineering</vt:lpstr>
      <vt:lpstr>单击此处添加标题</vt:lpstr>
      <vt:lpstr>单击此处添加标题</vt:lpstr>
      <vt:lpstr>Loop Engineering 历史演进</vt:lpstr>
      <vt:lpstr>单击此处添加标题</vt:lpstr>
      <vt:lpstr>Loop Engineering 核心要素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微信用户</cp:lastModifiedBy>
  <cp:revision>22</cp:revision>
  <dcterms:created xsi:type="dcterms:W3CDTF">2023-08-09T12:44:00Z</dcterms:created>
  <dcterms:modified xsi:type="dcterms:W3CDTF">2026-08-09T05:11:55Z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C0454316763642FAAC39392F825F0080_12</vt:lpwstr>
  </property>
</Properties>
</file>